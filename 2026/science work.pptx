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3" r:id="rId5"/>
    <p:sldId id="258" r:id="rId6"/>
    <p:sldId id="260" r:id="rId7"/>
    <p:sldId id="261" r:id="rId8"/>
    <p:sldId id="262" r:id="rId9"/>
    <p:sldId id="265" r:id="rId10"/>
    <p:sldId id="264" r:id="rId11"/>
    <p:sldId id="267" r:id="rId12"/>
    <p:sldId id="266" r:id="rId13"/>
    <p:sldId id="268" r:id="rId14"/>
    <p:sldId id="269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0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7367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59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2955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094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643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9355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319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2908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545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91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2725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6AB6B7-FFDE-491E-BD53-665B88B9FB75}" type="datetimeFigureOut">
              <a:rPr lang="ru-RU" smtClean="0"/>
              <a:t>15.09.2026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08B1D2-8E76-4B18-AD70-4A89690F0A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8850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988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Как писать статью</a:t>
            </a:r>
          </a:p>
          <a:p>
            <a:r>
              <a:rPr lang="ru-RU" dirty="0" smtClean="0"/>
              <a:t>Концепция статьи, проблема и идея</a:t>
            </a:r>
          </a:p>
          <a:p>
            <a:r>
              <a:rPr lang="ru-RU" dirty="0" smtClean="0"/>
              <a:t>Содержание</a:t>
            </a:r>
          </a:p>
          <a:p>
            <a:r>
              <a:rPr lang="ru-RU" dirty="0" smtClean="0"/>
              <a:t>Скелет статьи</a:t>
            </a:r>
          </a:p>
          <a:p>
            <a:r>
              <a:rPr lang="ru-RU" dirty="0" smtClean="0"/>
              <a:t>Словарь терминов и </a:t>
            </a:r>
            <a:r>
              <a:rPr lang="ru-RU" dirty="0" err="1" smtClean="0"/>
              <a:t>определний</a:t>
            </a:r>
            <a:r>
              <a:rPr lang="ru-RU" dirty="0" smtClean="0"/>
              <a:t>, таблицу обозначений, которые вы будете придерживаться.</a:t>
            </a:r>
          </a:p>
          <a:p>
            <a:r>
              <a:rPr lang="ru-RU" dirty="0" smtClean="0"/>
              <a:t>Основные пункты введения</a:t>
            </a:r>
          </a:p>
          <a:p>
            <a:r>
              <a:rPr lang="ru-RU" dirty="0" smtClean="0"/>
              <a:t>Что нужно доказать , зачем, как и что это даст для научного сообщества?</a:t>
            </a:r>
          </a:p>
          <a:p>
            <a:r>
              <a:rPr lang="ru-RU" dirty="0" smtClean="0"/>
              <a:t>Наполнение скелета от тезисов к конкретным частями.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93461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Сначала </a:t>
            </a:r>
            <a:r>
              <a:rPr lang="ru-RU" dirty="0" err="1" smtClean="0"/>
              <a:t>литобзор</a:t>
            </a:r>
            <a:r>
              <a:rPr lang="ru-RU" dirty="0" smtClean="0"/>
              <a:t>. Протокол.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1 что ищем? Критерии подбора литературы</a:t>
            </a:r>
          </a:p>
          <a:p>
            <a:r>
              <a:rPr lang="ru-RU" dirty="0" smtClean="0"/>
              <a:t>На какие вопросы можно ответить в </a:t>
            </a:r>
            <a:r>
              <a:rPr lang="ru-RU" dirty="0" err="1" smtClean="0"/>
              <a:t>литобзоре</a:t>
            </a:r>
            <a:r>
              <a:rPr lang="ru-RU" dirty="0" smtClean="0"/>
              <a:t> и на какие нужно.</a:t>
            </a:r>
          </a:p>
          <a:p>
            <a:r>
              <a:rPr lang="ru-RU" dirty="0" smtClean="0"/>
              <a:t>По результатам обзора какие ответы получены</a:t>
            </a:r>
          </a:p>
          <a:p>
            <a:r>
              <a:rPr lang="ru-RU" dirty="0"/>
              <a:t> </a:t>
            </a:r>
            <a:r>
              <a:rPr lang="ru-RU" dirty="0" smtClean="0"/>
              <a:t>анализ трендов . Например число статей по темам от </a:t>
            </a:r>
            <a:r>
              <a:rPr lang="ru-RU" dirty="0" err="1" smtClean="0"/>
              <a:t>гда</a:t>
            </a:r>
            <a:r>
              <a:rPr lang="ru-RU" dirty="0" smtClean="0"/>
              <a:t> к оду.</a:t>
            </a:r>
          </a:p>
          <a:p>
            <a:r>
              <a:rPr lang="ru-RU" dirty="0" smtClean="0"/>
              <a:t>Что еще интересного выявлено.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7203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Методологические аспекты статьи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479176"/>
            <a:ext cx="10515600" cy="4697787"/>
          </a:xfrm>
        </p:spPr>
        <p:txBody>
          <a:bodyPr/>
          <a:lstStyle/>
          <a:p>
            <a:r>
              <a:rPr lang="ru-RU" dirty="0" smtClean="0"/>
              <a:t>Одна статья – одно заявление для научного сообщества и потенциальных читателей. Это может быть цель, новизна или вклад в область исследований.</a:t>
            </a:r>
          </a:p>
          <a:p>
            <a:r>
              <a:rPr lang="ru-RU" dirty="0" smtClean="0"/>
              <a:t>В статье придерживаться единой и минимально необходимой и однозначной терминологии, понятной читателю.</a:t>
            </a:r>
          </a:p>
          <a:p>
            <a:r>
              <a:rPr lang="ru-RU" dirty="0" smtClean="0"/>
              <a:t>Новизна или в использовании известных методов в решении новой задачи или в исследовании новой задачи, но тогда известными методами.</a:t>
            </a:r>
          </a:p>
          <a:p>
            <a:r>
              <a:rPr lang="ru-RU" dirty="0" smtClean="0"/>
              <a:t>Формулировки статьи подчиняются принципу </a:t>
            </a:r>
            <a:r>
              <a:rPr lang="ru-RU" dirty="0" err="1" smtClean="0"/>
              <a:t>Окама</a:t>
            </a:r>
            <a:r>
              <a:rPr lang="ru-RU" dirty="0" smtClean="0"/>
              <a:t> не плодить лишнего без лишней необходимости.</a:t>
            </a:r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0394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Введение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51329" y="1440143"/>
            <a:ext cx="10515600" cy="4351338"/>
          </a:xfrm>
        </p:spPr>
        <p:txBody>
          <a:bodyPr/>
          <a:lstStyle/>
          <a:p>
            <a:r>
              <a:rPr lang="ru-RU" dirty="0" smtClean="0"/>
              <a:t>Мотивация </a:t>
            </a:r>
          </a:p>
          <a:p>
            <a:r>
              <a:rPr lang="en-US" dirty="0"/>
              <a:t>Gap </a:t>
            </a:r>
            <a:r>
              <a:rPr lang="en-US" dirty="0" smtClean="0"/>
              <a:t>statement</a:t>
            </a:r>
            <a:r>
              <a:rPr lang="ru-RU" dirty="0" smtClean="0"/>
              <a:t> / </a:t>
            </a:r>
            <a:r>
              <a:rPr lang="en-US" dirty="0" smtClean="0"/>
              <a:t>gap in the research field</a:t>
            </a:r>
            <a:r>
              <a:rPr lang="ru-RU" dirty="0" smtClean="0"/>
              <a:t>: </a:t>
            </a:r>
          </a:p>
          <a:p>
            <a:r>
              <a:rPr lang="ru-RU" dirty="0" smtClean="0"/>
              <a:t>Цель работы</a:t>
            </a:r>
          </a:p>
          <a:p>
            <a:r>
              <a:rPr lang="ru-RU" dirty="0" smtClean="0"/>
              <a:t>Вклад </a:t>
            </a:r>
            <a:r>
              <a:rPr lang="en-US" dirty="0" smtClean="0"/>
              <a:t>(impact</a:t>
            </a:r>
            <a:r>
              <a:rPr lang="ru-RU" dirty="0" smtClean="0"/>
              <a:t> </a:t>
            </a:r>
            <a:r>
              <a:rPr lang="en-US" dirty="0" smtClean="0"/>
              <a:t>to the research field,  novelty, contribution)</a:t>
            </a:r>
            <a:endParaRPr lang="ru-RU" dirty="0" smtClean="0"/>
          </a:p>
          <a:p>
            <a:r>
              <a:rPr lang="ru-RU" dirty="0" smtClean="0"/>
              <a:t>Вклад нужно формулировать так чтобы он бы нужен кому то в научном сообществе.</a:t>
            </a:r>
          </a:p>
          <a:p>
            <a:r>
              <a:rPr lang="ru-RU" dirty="0" smtClean="0"/>
              <a:t>Писать нужно четким и ясным языком,</a:t>
            </a:r>
          </a:p>
          <a:p>
            <a:r>
              <a:rPr lang="ru-RU" dirty="0" smtClean="0"/>
              <a:t>Перед написанием сформулируйте статью одной фразой понятной любому.</a:t>
            </a:r>
          </a:p>
        </p:txBody>
      </p:sp>
    </p:spTree>
    <p:extLst>
      <p:ext uri="{BB962C8B-B14F-4D97-AF65-F5344CB8AC3E}">
        <p14:creationId xmlns:p14="http://schemas.microsoft.com/office/powerpoint/2010/main" val="505611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Цель, новизна</a:t>
            </a:r>
            <a:r>
              <a:rPr lang="en-US" dirty="0" smtClean="0"/>
              <a:t>, impact</a:t>
            </a:r>
            <a:r>
              <a:rPr lang="ru-RU" dirty="0" smtClean="0"/>
              <a:t> и вклад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06506" y="1404284"/>
            <a:ext cx="10515600" cy="5229598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Одна статья – одно заявление для научного сообщества.</a:t>
            </a:r>
          </a:p>
          <a:p>
            <a:r>
              <a:rPr lang="en-US" dirty="0" smtClean="0"/>
              <a:t>Impact</a:t>
            </a:r>
            <a:r>
              <a:rPr lang="ru-RU" dirty="0" smtClean="0"/>
              <a:t> это то на сколько сильно работа изменила представление об объекте исследования.</a:t>
            </a:r>
          </a:p>
          <a:p>
            <a:r>
              <a:rPr lang="en-US" dirty="0" smtClean="0"/>
              <a:t>Contribution </a:t>
            </a:r>
            <a:r>
              <a:rPr lang="ru-RU" dirty="0" smtClean="0"/>
              <a:t>на сколько хорошо идея работает</a:t>
            </a:r>
          </a:p>
          <a:p>
            <a:r>
              <a:rPr lang="ru-RU" dirty="0" smtClean="0"/>
              <a:t>Новизна – в чем, можно ли ее развить. Например новый метод +5% к метрикам лучшем чем развитие </a:t>
            </a:r>
            <a:r>
              <a:rPr lang="ru-RU" dirty="0" err="1" smtClean="0"/>
              <a:t>известнтого</a:t>
            </a:r>
            <a:r>
              <a:rPr lang="ru-RU" dirty="0" smtClean="0"/>
              <a:t> метода, дающее +10% к метрикам.</a:t>
            </a:r>
          </a:p>
          <a:p>
            <a:r>
              <a:rPr lang="ru-RU" dirty="0" smtClean="0"/>
              <a:t>Цель это одна фраза не пункты. </a:t>
            </a:r>
          </a:p>
          <a:p>
            <a:r>
              <a:rPr lang="ru-RU" dirty="0" smtClean="0"/>
              <a:t>Цель, новизна и вклад и </a:t>
            </a:r>
            <a:r>
              <a:rPr lang="ru-RU" dirty="0" err="1" smtClean="0"/>
              <a:t>тд</a:t>
            </a:r>
            <a:r>
              <a:rPr lang="ru-RU" dirty="0" smtClean="0"/>
              <a:t> подчиняются принципу </a:t>
            </a:r>
            <a:r>
              <a:rPr lang="ru-RU" dirty="0" err="1" smtClean="0"/>
              <a:t>Окама</a:t>
            </a:r>
            <a:r>
              <a:rPr lang="ru-RU" dirty="0" smtClean="0"/>
              <a:t> не плодить лишнего без лишней необходимости.</a:t>
            </a:r>
          </a:p>
          <a:p>
            <a:r>
              <a:rPr lang="ru-RU" dirty="0" smtClean="0"/>
              <a:t>Вклад можно разделить на несколько пунктов</a:t>
            </a:r>
          </a:p>
          <a:p>
            <a:r>
              <a:rPr lang="ru-RU" dirty="0" smtClean="0"/>
              <a:t>Пункты введения формулируются так чтобы быть понятными и интересными научному сообществу , отвечать на их вопросы и соответственно они должны быть сформулированы на их языке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5397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1й черновик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25824" y="138635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Когда скелет готов и есть гипотезы нужно убедится что результаты соответствуют гипотезам</a:t>
            </a:r>
            <a:endParaRPr lang="en-US" dirty="0" smtClean="0"/>
          </a:p>
          <a:p>
            <a:r>
              <a:rPr lang="ru-RU" dirty="0" smtClean="0"/>
              <a:t>Убедитесь в </a:t>
            </a:r>
            <a:r>
              <a:rPr lang="en-US" dirty="0" smtClean="0"/>
              <a:t>data integrity </a:t>
            </a:r>
            <a:endParaRPr lang="ru-RU" dirty="0" smtClean="0"/>
          </a:p>
          <a:p>
            <a:r>
              <a:rPr lang="ru-RU" dirty="0" smtClean="0"/>
              <a:t>Затем из скелета можно сделать 1й черновик. 1й черновик превращает скелет в конкретные формулировки для статьи. </a:t>
            </a:r>
          </a:p>
          <a:p>
            <a:r>
              <a:rPr lang="ru-RU" dirty="0" smtClean="0"/>
              <a:t>На этом этапе можно опустить детали. Нужна именно основа текста. </a:t>
            </a:r>
          </a:p>
          <a:p>
            <a:r>
              <a:rPr lang="ru-RU" dirty="0" smtClean="0"/>
              <a:t>Цель черновика – это проверить что все что нужно есть.</a:t>
            </a:r>
          </a:p>
          <a:p>
            <a:r>
              <a:rPr lang="ru-RU" dirty="0" smtClean="0"/>
              <a:t>Если что то нужно добавить пока \</a:t>
            </a:r>
            <a:r>
              <a:rPr lang="en-US" dirty="0" err="1" smtClean="0"/>
              <a:t>todo</a:t>
            </a:r>
            <a:r>
              <a:rPr lang="en-US" dirty="0" smtClean="0"/>
              <a:t>[]{} </a:t>
            </a:r>
            <a:r>
              <a:rPr lang="ru-RU" dirty="0" smtClean="0"/>
              <a:t>и комментарий.</a:t>
            </a:r>
          </a:p>
          <a:p>
            <a:r>
              <a:rPr lang="ru-RU" dirty="0" smtClean="0"/>
              <a:t>Если есть противоречия то их тоже нужно учесть</a:t>
            </a:r>
          </a:p>
          <a:p>
            <a:r>
              <a:rPr lang="ru-RU" dirty="0" smtClean="0"/>
              <a:t>Сформулируйте понятные читателю метрики, и те метрики что нужны вам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3584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Основное содержание статьи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4447" y="1532965"/>
            <a:ext cx="11421035" cy="4643998"/>
          </a:xfrm>
        </p:spPr>
        <p:txBody>
          <a:bodyPr/>
          <a:lstStyle/>
          <a:p>
            <a:r>
              <a:rPr lang="ru-RU" dirty="0" smtClean="0"/>
              <a:t>Когда основные утверждения есть нужно добавить </a:t>
            </a:r>
            <a:r>
              <a:rPr lang="ru-RU" dirty="0" err="1" smtClean="0"/>
              <a:t>медиаматералы</a:t>
            </a:r>
            <a:r>
              <a:rPr lang="ru-RU" dirty="0" smtClean="0"/>
              <a:t>.</a:t>
            </a:r>
          </a:p>
          <a:p>
            <a:r>
              <a:rPr lang="ru-RU" dirty="0" smtClean="0"/>
              <a:t>Это графики, таблицы, схемы и </a:t>
            </a:r>
            <a:r>
              <a:rPr lang="ru-RU" dirty="0" err="1" smtClean="0"/>
              <a:t>алагоритмы</a:t>
            </a:r>
            <a:r>
              <a:rPr lang="ru-RU" dirty="0" smtClean="0"/>
              <a:t>.</a:t>
            </a:r>
          </a:p>
          <a:p>
            <a:r>
              <a:rPr lang="ru-RU" dirty="0" smtClean="0"/>
              <a:t>Есть 2 типа графиков, или это пример-иллюстрация или это попытка что то сказать.</a:t>
            </a:r>
          </a:p>
          <a:p>
            <a:r>
              <a:rPr lang="ru-RU" dirty="0" smtClean="0"/>
              <a:t>Все таблицы, схемы, алгоритмы, и основные графики должны сопровождаться комментарием и иметь цель.  То есть зачем и  что из них следует.</a:t>
            </a:r>
          </a:p>
          <a:p>
            <a:r>
              <a:rPr lang="ru-RU" dirty="0" smtClean="0"/>
              <a:t>Каждый раздел должен иметь цель.</a:t>
            </a:r>
          </a:p>
          <a:p>
            <a:r>
              <a:rPr lang="ru-RU" dirty="0" smtClean="0"/>
              <a:t>Все должно быть оформлены аккуратно.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6347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 AUDIT — оцени текст по критериям ниже. Формат вывода: таблица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8401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Посмотри на статью как редактор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Как </a:t>
            </a:r>
            <a:r>
              <a:rPr lang="ru-RU" dirty="0" err="1" smtClean="0"/>
              <a:t>ревьювер</a:t>
            </a:r>
            <a:r>
              <a:rPr lang="ru-RU" dirty="0" smtClean="0"/>
              <a:t> – оппонент, какие </a:t>
            </a:r>
            <a:r>
              <a:rPr lang="ru-RU" dirty="0" err="1" smtClean="0"/>
              <a:t>опоненты</a:t>
            </a:r>
            <a:r>
              <a:rPr lang="ru-RU" dirty="0" smtClean="0"/>
              <a:t> могут быть?</a:t>
            </a:r>
            <a:br>
              <a:rPr lang="ru-RU" dirty="0" smtClean="0"/>
            </a:br>
            <a:r>
              <a:rPr lang="ru-RU" dirty="0" smtClean="0"/>
              <a:t>Из каких областей.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Как читатель – определите целевую аудиторию и что для нее мы хотим сказать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 что нового и полезного для научной области сделано.</a:t>
            </a:r>
            <a:br>
              <a:rPr lang="ru-RU" dirty="0" smtClean="0"/>
            </a:br>
            <a:r>
              <a:rPr lang="ru-RU" dirty="0" smtClean="0"/>
              <a:t>Что нового и полезного для практики сделано и где применимо какие там метрики как мы их оцениваем.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118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Тесты к черновику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ru-RU" dirty="0"/>
              <a:t>1. есть ли прям критические ошибки. не </a:t>
            </a:r>
            <a:r>
              <a:rPr lang="ru-RU" dirty="0" err="1"/>
              <a:t>todo</a:t>
            </a:r>
            <a:r>
              <a:rPr lang="ru-RU" dirty="0"/>
              <a:t> которые мы поправим а именно критические </a:t>
            </a:r>
            <a:r>
              <a:rPr lang="ru-RU" dirty="0" err="1"/>
              <a:t>оишибки</a:t>
            </a:r>
            <a:r>
              <a:rPr lang="ru-RU" dirty="0"/>
              <a:t> и </a:t>
            </a:r>
            <a:r>
              <a:rPr lang="ru-RU" dirty="0" err="1"/>
              <a:t>змечания</a:t>
            </a:r>
            <a:r>
              <a:rPr lang="ru-RU" dirty="0"/>
              <a:t>?</a:t>
            </a:r>
          </a:p>
          <a:p>
            <a:r>
              <a:rPr lang="ru-RU" dirty="0"/>
              <a:t>есть ли что на них ответить?</a:t>
            </a:r>
          </a:p>
          <a:p>
            <a:r>
              <a:rPr lang="ru-RU" dirty="0"/>
              <a:t>есть ли ошибки по структуре статьи?</a:t>
            </a:r>
          </a:p>
          <a:p>
            <a:r>
              <a:rPr lang="ru-RU" dirty="0"/>
              <a:t>есть ли ошибки в </a:t>
            </a:r>
            <a:r>
              <a:rPr lang="ru-RU" dirty="0" smtClean="0"/>
              <a:t>терминологии </a:t>
            </a:r>
            <a:r>
              <a:rPr lang="ru-RU" dirty="0"/>
              <a:t>и обозначения</a:t>
            </a:r>
          </a:p>
          <a:p>
            <a:r>
              <a:rPr lang="ru-RU" dirty="0"/>
              <a:t>есть ли ошибки в стиле статьи</a:t>
            </a:r>
          </a:p>
          <a:p>
            <a:r>
              <a:rPr lang="ru-RU" dirty="0"/>
              <a:t>какие еще можно задать вопросы тебе</a:t>
            </a:r>
          </a:p>
          <a:p>
            <a:r>
              <a:rPr lang="ru-RU" dirty="0" smtClean="0"/>
              <a:t>«</a:t>
            </a:r>
            <a:r>
              <a:rPr lang="ru-RU" dirty="0"/>
              <a:t>Для каждого заявления аннотации покажи конкретную таблицу, рисунок или эксперимент, который его подтверждает</a:t>
            </a:r>
            <a:r>
              <a:rPr lang="ru-RU" dirty="0" smtClean="0"/>
              <a:t>».</a:t>
            </a:r>
          </a:p>
          <a:p>
            <a:r>
              <a:rPr lang="ru-RU" b="1" dirty="0"/>
              <a:t>«Раздели замечания на исправляемые текстом, требующие пересчёта и требующие новых физических экспериментов».</a:t>
            </a:r>
            <a:r>
              <a:rPr lang="ru-RU" dirty="0"/>
              <a:t> </a:t>
            </a:r>
            <a:endParaRPr lang="ru-RU" dirty="0" smtClean="0"/>
          </a:p>
          <a:p>
            <a:r>
              <a:rPr lang="ru-RU" dirty="0" smtClean="0"/>
              <a:t>«</a:t>
            </a:r>
            <a:r>
              <a:rPr lang="ru-RU" dirty="0"/>
              <a:t>Какие альтернативные объяснения есть у каждого основного результата и какие из них уже исключены</a:t>
            </a:r>
            <a:r>
              <a:rPr lang="ru-RU" dirty="0" smtClean="0"/>
              <a:t>?»</a:t>
            </a:r>
          </a:p>
          <a:p>
            <a:r>
              <a:rPr lang="ru-RU" dirty="0"/>
              <a:t>«Сопоставь схему, словарь каналов, таблицы и текст: везде ли описана одна и та же система?»</a:t>
            </a:r>
            <a:endParaRPr lang="en-US" dirty="0" smtClean="0"/>
          </a:p>
          <a:p>
            <a:r>
              <a:rPr lang="ru-RU" dirty="0"/>
              <a:t>Сформулируй самый сильный аргумент рецензента против новизны и ответ, который опирается только на имеющиеся доказательства</a:t>
            </a:r>
            <a:r>
              <a:rPr lang="ru-RU" dirty="0" smtClean="0"/>
              <a:t>».</a:t>
            </a:r>
          </a:p>
          <a:p>
            <a:r>
              <a:rPr lang="ru-RU" dirty="0" smtClean="0"/>
              <a:t>Есть ли общие и </a:t>
            </a:r>
            <a:r>
              <a:rPr lang="en-US" dirty="0" smtClean="0"/>
              <a:t>downstream</a:t>
            </a:r>
            <a:r>
              <a:rPr lang="ru-RU" dirty="0" smtClean="0"/>
              <a:t> задачи</a:t>
            </a:r>
          </a:p>
          <a:p>
            <a:endParaRPr lang="ru-RU" dirty="0" smtClean="0"/>
          </a:p>
          <a:p>
            <a:endParaRPr lang="ru-RU" dirty="0"/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889141"/>
              </p:ext>
            </p:extLst>
          </p:nvPr>
        </p:nvGraphicFramePr>
        <p:xfrm>
          <a:off x="838200" y="5656739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21395416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цель написать быстро!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8001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7917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Стиль рецензирования по тексту</a:t>
            </a:r>
          </a:p>
          <a:p>
            <a:r>
              <a:rPr lang="ru-RU" dirty="0" smtClean="0"/>
              <a:t>Пиши Было Стало Причина изменения, раздел/подраздел</a:t>
            </a:r>
          </a:p>
          <a:p>
            <a:endParaRPr lang="ru-RU" dirty="0"/>
          </a:p>
          <a:p>
            <a:r>
              <a:rPr lang="ru-RU" dirty="0" smtClean="0"/>
              <a:t>Опросите несколько </a:t>
            </a:r>
            <a:r>
              <a:rPr lang="ru-RU" dirty="0" err="1" smtClean="0"/>
              <a:t>Нейронок</a:t>
            </a:r>
            <a:r>
              <a:rPr lang="ru-RU" dirty="0" smtClean="0"/>
              <a:t> и попросите одну найти общие замечания . И симпатизировать 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надо делать </a:t>
            </a:r>
            <a:r>
              <a:rPr lang="ru-RU" dirty="0" err="1" smtClean="0"/>
              <a:t>конвейерно</a:t>
            </a:r>
            <a:r>
              <a:rPr lang="ru-RU" dirty="0" smtClean="0"/>
              <a:t> </a:t>
            </a:r>
            <a:r>
              <a:rPr lang="ru-RU" dirty="0" err="1" smtClean="0"/>
              <a:t>типиовые</a:t>
            </a:r>
            <a:r>
              <a:rPr lang="ru-RU" dirty="0" smtClean="0"/>
              <a:t> операции небольшие, без лишних дум.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9031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Правило для текстов</a:t>
            </a:r>
          </a:p>
          <a:p>
            <a:r>
              <a:rPr lang="ru-RU" dirty="0" smtClean="0"/>
              <a:t>1 используй один и </a:t>
            </a:r>
            <a:r>
              <a:rPr lang="ru-RU" dirty="0" err="1" smtClean="0"/>
              <a:t>тото</a:t>
            </a:r>
            <a:r>
              <a:rPr lang="ru-RU" dirty="0" smtClean="0"/>
              <a:t> </a:t>
            </a:r>
            <a:r>
              <a:rPr lang="ru-RU" dirty="0" err="1" smtClean="0"/>
              <a:t>жее</a:t>
            </a:r>
            <a:r>
              <a:rPr lang="ru-RU" dirty="0" smtClean="0"/>
              <a:t> словарь терминов и обозначений и </a:t>
            </a:r>
            <a:r>
              <a:rPr lang="ru-RU" dirty="0" err="1" smtClean="0"/>
              <a:t>авыведи</a:t>
            </a:r>
            <a:r>
              <a:rPr lang="ru-RU" dirty="0" smtClean="0"/>
              <a:t> его. </a:t>
            </a:r>
          </a:p>
          <a:p>
            <a:r>
              <a:rPr lang="ru-RU" dirty="0" smtClean="0"/>
              <a:t>Сухой текст без эмоций в академическом стиле</a:t>
            </a:r>
          </a:p>
          <a:p>
            <a:r>
              <a:rPr lang="ru-RU" dirty="0" smtClean="0"/>
              <a:t>Не используй </a:t>
            </a:r>
            <a:r>
              <a:rPr lang="ru-RU" dirty="0" err="1" smtClean="0"/>
              <a:t>запутыаний</a:t>
            </a:r>
            <a:r>
              <a:rPr lang="ru-RU" dirty="0" smtClean="0"/>
              <a:t> ссылками между сессиями.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2244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Для прототипа следует выбрать 3 похожих статьи. Желательно из того же журнала чтобы на них равняться.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38957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764</Words>
  <Application>Microsoft Office PowerPoint</Application>
  <PresentationFormat>Широкоэкранный</PresentationFormat>
  <Paragraphs>81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Сначала литобзор. Протокол.</vt:lpstr>
      <vt:lpstr>Методологические аспекты статьи</vt:lpstr>
      <vt:lpstr>Введение</vt:lpstr>
      <vt:lpstr>Цель, новизна, impact и вклад</vt:lpstr>
      <vt:lpstr>1й черновик</vt:lpstr>
      <vt:lpstr>Основное содержание статьи</vt:lpstr>
      <vt:lpstr>Презентация PowerPoint</vt:lpstr>
      <vt:lpstr>Презентация PowerPoint</vt:lpstr>
      <vt:lpstr>Тесты к черновику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25</cp:revision>
  <dcterms:created xsi:type="dcterms:W3CDTF">2026-09-08T06:15:40Z</dcterms:created>
  <dcterms:modified xsi:type="dcterms:W3CDTF">2026-09-15T15:57:22Z</dcterms:modified>
</cp:coreProperties>
</file>