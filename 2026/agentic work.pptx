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  <p:sldId id="262" r:id="rId9"/>
    <p:sldId id="265" r:id="rId10"/>
    <p:sldId id="266" r:id="rId11"/>
    <p:sldId id="267" r:id="rId12"/>
    <p:sldId id="268" r:id="rId13"/>
    <p:sldId id="269" r:id="rId14"/>
    <p:sldId id="264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0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CE8446-0576-4B63-9413-F778CD76DB1F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5A0E36-AAC1-4482-AB24-D1F213B965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862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E5A0E36-AAC1-4482-AB24-D1F213B965E0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707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035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4060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55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8087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210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7398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333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261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98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3454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265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733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www.gartner.com/en/articles/top-technology-trends-2026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Разработка научных проектов с ИИ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8148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0975" y="241300"/>
            <a:ext cx="10515600" cy="1325563"/>
          </a:xfrm>
        </p:spPr>
        <p:txBody>
          <a:bodyPr/>
          <a:lstStyle/>
          <a:p>
            <a:r>
              <a:rPr lang="en-US" dirty="0" smtClean="0"/>
              <a:t>Gartner trends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2418" b="4089"/>
          <a:stretch/>
        </p:blipFill>
        <p:spPr>
          <a:xfrm>
            <a:off x="66675" y="95250"/>
            <a:ext cx="5410682" cy="650557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5616574" y="6279118"/>
            <a:ext cx="66516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hlinkClick r:id="rId4"/>
              </a:rPr>
              <a:t>https://www.gartner.com/en/articles/top-technology-trends-2026</a:t>
            </a:r>
            <a:r>
              <a:rPr lang="ru-RU" dirty="0" smtClean="0"/>
              <a:t> 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775" y="2615724"/>
            <a:ext cx="6776112" cy="3663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112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800" y="365126"/>
            <a:ext cx="11049000" cy="730250"/>
          </a:xfrm>
        </p:spPr>
        <p:txBody>
          <a:bodyPr/>
          <a:lstStyle/>
          <a:p>
            <a:r>
              <a:rPr lang="ru-RU" dirty="0" smtClean="0"/>
              <a:t>Стадии работы с ген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7795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Prompt engineering – </a:t>
            </a:r>
            <a:r>
              <a:rPr lang="ru-RU" dirty="0" smtClean="0"/>
              <a:t>способность и человека писать </a:t>
            </a:r>
            <a:r>
              <a:rPr lang="ru-RU" dirty="0" err="1" smtClean="0"/>
              <a:t>промпт</a:t>
            </a:r>
            <a:r>
              <a:rPr lang="ru-RU" dirty="0" smtClean="0"/>
              <a:t> и способность обвязки писать </a:t>
            </a:r>
            <a:r>
              <a:rPr lang="ru-RU" dirty="0" err="1" smtClean="0"/>
              <a:t>промпт</a:t>
            </a:r>
            <a:endParaRPr lang="ru-RU" dirty="0" smtClean="0"/>
          </a:p>
          <a:p>
            <a:pPr lvl="1"/>
            <a:r>
              <a:rPr lang="ru-RU" dirty="0" smtClean="0"/>
              <a:t>В эпоху ген </a:t>
            </a:r>
            <a:r>
              <a:rPr lang="ru-RU" dirty="0" err="1" smtClean="0"/>
              <a:t>ии</a:t>
            </a:r>
            <a:r>
              <a:rPr lang="ru-RU" dirty="0" smtClean="0"/>
              <a:t> это </a:t>
            </a:r>
            <a:r>
              <a:rPr lang="en-US" dirty="0" smtClean="0"/>
              <a:t>zero-short</a:t>
            </a:r>
          </a:p>
          <a:p>
            <a:r>
              <a:rPr lang="en-US" dirty="0" smtClean="0"/>
              <a:t>Context </a:t>
            </a:r>
            <a:r>
              <a:rPr lang="en-US" dirty="0" smtClean="0"/>
              <a:t>engineering</a:t>
            </a:r>
          </a:p>
          <a:p>
            <a:pPr lvl="1"/>
            <a:r>
              <a:rPr lang="ru-RU" dirty="0" smtClean="0"/>
              <a:t>Ответ зависит от задачи и от контекста</a:t>
            </a:r>
          </a:p>
          <a:p>
            <a:pPr lvl="1"/>
            <a:r>
              <a:rPr lang="ru-RU" dirty="0" smtClean="0"/>
              <a:t>Нужна оптимизация контекста по размеру.</a:t>
            </a:r>
            <a:endParaRPr lang="en-US" dirty="0" smtClean="0"/>
          </a:p>
          <a:p>
            <a:r>
              <a:rPr lang="en-US" dirty="0" smtClean="0"/>
              <a:t>Harness </a:t>
            </a:r>
            <a:r>
              <a:rPr lang="en-US" dirty="0" smtClean="0"/>
              <a:t>engineering</a:t>
            </a:r>
            <a:endParaRPr lang="ru-RU" dirty="0" smtClean="0"/>
          </a:p>
          <a:p>
            <a:pPr lvl="1"/>
            <a:r>
              <a:rPr lang="ru-RU" dirty="0" smtClean="0"/>
              <a:t>Задачи могут выполняться итерационно по спецификации, важно в какой среде решается задача</a:t>
            </a:r>
            <a:endParaRPr lang="en-US" dirty="0" smtClean="0"/>
          </a:p>
          <a:p>
            <a:r>
              <a:rPr lang="en-US" dirty="0" smtClean="0"/>
              <a:t>Loop </a:t>
            </a:r>
            <a:r>
              <a:rPr lang="en-US" dirty="0" smtClean="0"/>
              <a:t>engineering</a:t>
            </a:r>
            <a:endParaRPr lang="ru-RU" dirty="0" smtClean="0"/>
          </a:p>
          <a:p>
            <a:pPr lvl="1"/>
            <a:r>
              <a:rPr lang="ru-RU" dirty="0" smtClean="0"/>
              <a:t>Нужно настроить конвейер, включая 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831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Prompt engineering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96900" y="1558925"/>
            <a:ext cx="10515600" cy="4351338"/>
          </a:xfrm>
        </p:spPr>
        <p:txBody>
          <a:bodyPr/>
          <a:lstStyle/>
          <a:p>
            <a:r>
              <a:rPr lang="ru-RU" dirty="0" smtClean="0"/>
              <a:t>Чем более четко и подробно написали что надо тем </a:t>
            </a:r>
            <a:r>
              <a:rPr lang="ru-RU" dirty="0" err="1" smtClean="0"/>
              <a:t>лучшк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3714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engineering</a:t>
            </a:r>
            <a:br>
              <a:rPr lang="en-US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68425"/>
            <a:ext cx="11334750" cy="5137150"/>
          </a:xfrm>
        </p:spPr>
        <p:txBody>
          <a:bodyPr/>
          <a:lstStyle/>
          <a:p>
            <a:r>
              <a:rPr lang="ru-RU" dirty="0" smtClean="0"/>
              <a:t>Контекст обычно до 1 млн. </a:t>
            </a:r>
            <a:r>
              <a:rPr lang="ru-RU" dirty="0" err="1" smtClean="0"/>
              <a:t>токенов</a:t>
            </a:r>
            <a:r>
              <a:rPr lang="ru-RU" dirty="0" smtClean="0"/>
              <a:t>.</a:t>
            </a:r>
          </a:p>
          <a:p>
            <a:r>
              <a:rPr lang="ru-RU" dirty="0" smtClean="0"/>
              <a:t>Чем больше контекста тем хуже обработает</a:t>
            </a:r>
          </a:p>
          <a:p>
            <a:r>
              <a:rPr lang="ru-RU" dirty="0" smtClean="0"/>
              <a:t>Нужно достичь максимальной плотности контекста</a:t>
            </a:r>
          </a:p>
          <a:p>
            <a:r>
              <a:rPr lang="ru-RU" dirty="0" smtClean="0"/>
              <a:t>Нужно уметь ставить и декомпозировать задачи под тот размер, с которым ИИ справится.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9836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1950" y="365126"/>
            <a:ext cx="10991850" cy="749300"/>
          </a:xfrm>
        </p:spPr>
        <p:txBody>
          <a:bodyPr/>
          <a:lstStyle/>
          <a:p>
            <a:r>
              <a:rPr lang="ru-RU" dirty="0" smtClean="0"/>
              <a:t>Разработка через спецификацию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1949" y="1216025"/>
            <a:ext cx="11534775" cy="5346700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986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2650"/>
          </a:xfrm>
        </p:spPr>
        <p:txBody>
          <a:bodyPr/>
          <a:lstStyle/>
          <a:p>
            <a:r>
              <a:rPr lang="ru-RU" dirty="0" smtClean="0"/>
              <a:t>Разработка на основе тестов в эпоху 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599" y="1247776"/>
            <a:ext cx="11534775" cy="4984750"/>
          </a:xfrm>
        </p:spPr>
        <p:txBody>
          <a:bodyPr/>
          <a:lstStyle/>
          <a:p>
            <a:r>
              <a:rPr lang="ru-RU" dirty="0" smtClean="0"/>
              <a:t>Важны и </a:t>
            </a:r>
            <a:r>
              <a:rPr lang="en-US" dirty="0" smtClean="0"/>
              <a:t>SDD (specification driven development)</a:t>
            </a:r>
          </a:p>
          <a:p>
            <a:r>
              <a:rPr lang="ru-RU" dirty="0" smtClean="0"/>
              <a:t>И </a:t>
            </a:r>
            <a:r>
              <a:rPr lang="en-US" dirty="0"/>
              <a:t>(</a:t>
            </a:r>
            <a:r>
              <a:rPr lang="en-US" dirty="0" smtClean="0"/>
              <a:t>Test driven </a:t>
            </a:r>
            <a:r>
              <a:rPr lang="en-US" dirty="0" smtClean="0"/>
              <a:t>development)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2863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3400" y="476250"/>
            <a:ext cx="10515600" cy="673100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Ревью</a:t>
            </a:r>
            <a:r>
              <a:rPr lang="ru-RU" dirty="0" smtClean="0"/>
              <a:t> 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8125" y="1149350"/>
            <a:ext cx="11582400" cy="5213350"/>
          </a:xfrm>
        </p:spPr>
        <p:txBody>
          <a:bodyPr/>
          <a:lstStyle/>
          <a:p>
            <a:r>
              <a:rPr lang="ru-RU" dirty="0" smtClean="0"/>
              <a:t>ИИ создает куда больше контента чем человек может отследить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5655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планировать исследование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8751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провести </a:t>
            </a:r>
            <a:r>
              <a:rPr lang="ru-RU" dirty="0" err="1" smtClean="0"/>
              <a:t>исселдование</a:t>
            </a:r>
            <a:r>
              <a:rPr lang="ru-RU" dirty="0" smtClean="0"/>
              <a:t>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489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оценить результаты исследования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9192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тестировать результаты исследований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611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составить отчет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5810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365125"/>
            <a:ext cx="10972800" cy="892175"/>
          </a:xfrm>
        </p:spPr>
        <p:txBody>
          <a:bodyPr/>
          <a:lstStyle/>
          <a:p>
            <a:r>
              <a:rPr lang="ru-RU" dirty="0" smtClean="0"/>
              <a:t>Советы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81000" y="1257300"/>
            <a:ext cx="10515600" cy="4351338"/>
          </a:xfrm>
        </p:spPr>
        <p:txBody>
          <a:bodyPr/>
          <a:lstStyle/>
          <a:p>
            <a:r>
              <a:rPr lang="ru-RU" dirty="0" smtClean="0"/>
              <a:t>Следует тратить 20% времени на исследования и </a:t>
            </a:r>
            <a:r>
              <a:rPr lang="ru-RU" dirty="0" err="1" smtClean="0"/>
              <a:t>кодинг</a:t>
            </a:r>
            <a:r>
              <a:rPr lang="ru-RU" dirty="0" smtClean="0"/>
              <a:t> самостоятельно </a:t>
            </a:r>
          </a:p>
          <a:p>
            <a:r>
              <a:rPr lang="ru-RU" dirty="0" smtClean="0"/>
              <a:t>Важна </a:t>
            </a:r>
            <a:r>
              <a:rPr lang="ru-RU" dirty="0" err="1" smtClean="0"/>
              <a:t>насмотренность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7291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196</Words>
  <Application>Microsoft Office PowerPoint</Application>
  <PresentationFormat>Широкоэкранный</PresentationFormat>
  <Paragraphs>35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Тема Office</vt:lpstr>
      <vt:lpstr>Разработка научных проектов с ИИ</vt:lpstr>
      <vt:lpstr>Gartner trends</vt:lpstr>
      <vt:lpstr>Стадии работы с ген ии</vt:lpstr>
      <vt:lpstr>Prompt engineering</vt:lpstr>
      <vt:lpstr>Context engineering </vt:lpstr>
      <vt:lpstr>Разработка через спецификацию</vt:lpstr>
      <vt:lpstr>Разработка на основе тестов в эпоху ИИ</vt:lpstr>
      <vt:lpstr>Ревью ИИ</vt:lpstr>
      <vt:lpstr>Как планировать исследование с ии</vt:lpstr>
      <vt:lpstr>Как провести исселдование с ии</vt:lpstr>
      <vt:lpstr>Как оценить результаты исследования с ии</vt:lpstr>
      <vt:lpstr>Как тестировать результаты исследований с ии</vt:lpstr>
      <vt:lpstr>Как составить отчет с ии</vt:lpstr>
      <vt:lpstr>Советы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8</cp:revision>
  <dcterms:created xsi:type="dcterms:W3CDTF">2026-09-09T04:47:59Z</dcterms:created>
  <dcterms:modified xsi:type="dcterms:W3CDTF">2026-09-09T05:42:31Z</dcterms:modified>
</cp:coreProperties>
</file>